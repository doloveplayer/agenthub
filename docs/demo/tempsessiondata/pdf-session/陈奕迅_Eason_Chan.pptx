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09728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43032" y="6492240"/>
            <a:ext cx="12801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23192" y="5394960"/>
            <a:ext cx="0" cy="109728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59752" y="1325880"/>
            <a:ext cx="4206240" cy="4206240"/>
          </a:xfrm>
          <a:prstGeom prst="ellipse">
            <a:avLst/>
          </a:prstGeom>
          <a:ln w="2540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7112" y="3063240"/>
            <a:ext cx="731520" cy="73152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89720" y="3355848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1200" kern="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陈 奕 迅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spc="800" kern="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EASON CHAN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429768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spc="6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 语 流 行 乐 坛 之 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1974 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Shape 13"/>
          <p:cNvSpPr/>
          <p:nvPr/>
        </p:nvSpPr>
        <p:spPr>
          <a:xfrm>
            <a:off x="2843784" y="1289304"/>
            <a:ext cx="164592" cy="164592"/>
          </a:xfrm>
          <a:prstGeom prst="diamond">
            <a:avLst/>
          </a:prstGeom>
          <a:solidFill>
            <a:srgbClr val="B889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888736" y="1042416"/>
            <a:ext cx="109728" cy="109728"/>
          </a:xfrm>
          <a:prstGeom prst="diamond">
            <a:avLst/>
          </a:prstGeom>
          <a:solidFill>
            <a:srgbClr val="555555"/>
          </a:solidFill>
          <a:ln/>
        </p:spPr>
      </p:sp>
      <p:sp>
        <p:nvSpPr>
          <p:cNvPr id="17" name="Shape 15"/>
          <p:cNvSpPr/>
          <p:nvPr/>
        </p:nvSpPr>
        <p:spPr>
          <a:xfrm>
            <a:off x="1303020" y="4960620"/>
            <a:ext cx="137160" cy="137160"/>
          </a:xfrm>
          <a:prstGeom prst="diamond">
            <a:avLst/>
          </a:prstGeom>
          <a:solidFill>
            <a:srgbClr val="55555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 PROFILE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个人档案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2860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陈奕迅 (Eason)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502920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01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出生日期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1974年7月27日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49424"/>
            <a:ext cx="502920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408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出生地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3408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中国香港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502920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7977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    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7797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127248"/>
            <a:ext cx="502920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186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    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218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歌手、演员、音乐人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502920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音乐风格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3657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流行、摇滚、R&amp;B、爵士、实验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05072"/>
            <a:ext cx="502920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96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唱片公司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4096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环球唱片 / 新艺宝唱片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443984"/>
            <a:ext cx="502920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72584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陈奕迅被誉为"歌神"张学友的接班人，更是华语乐坛最具影响力的男歌手之一。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他以极富感染力的嗓音和对情感的精准诠释著称，能驾驭从深情慢歌到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劲爆摇滚的多种风格。其独特的咬字方式和舞台魅力，使他成为横跨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港台及内地乐坛的标志性人物。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 HIGHLIGHTS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640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里程碑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6400800" y="1234440"/>
            <a:ext cx="201168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1554480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2" name="Shape 30"/>
          <p:cNvSpPr/>
          <p:nvPr/>
        </p:nvSpPr>
        <p:spPr>
          <a:xfrm>
            <a:off x="6464808" y="1700784"/>
            <a:ext cx="0" cy="201168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14630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60920" y="1463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参加TVB新秀歌唱大赛获冠军，正式出道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1993392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Shape 34"/>
          <p:cNvSpPr/>
          <p:nvPr/>
        </p:nvSpPr>
        <p:spPr>
          <a:xfrm>
            <a:off x="6464808" y="2139696"/>
            <a:ext cx="0" cy="201168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1901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60920" y="1901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首张粤语专辑《陈奕迅》发行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2432304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0" name="Shape 38"/>
          <p:cNvSpPr/>
          <p:nvPr/>
        </p:nvSpPr>
        <p:spPr>
          <a:xfrm>
            <a:off x="6464808" y="2578608"/>
            <a:ext cx="0" cy="201168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340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60920" y="23408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《K歌之王》席卷华语乐坛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2871216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4" name="Shape 42"/>
          <p:cNvSpPr/>
          <p:nvPr/>
        </p:nvSpPr>
        <p:spPr>
          <a:xfrm>
            <a:off x="6464808" y="3017520"/>
            <a:ext cx="0" cy="201168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27797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60920" y="27797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《富士山下》成为永恒经典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0" y="3310128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8" name="Shape 46"/>
          <p:cNvSpPr/>
          <p:nvPr/>
        </p:nvSpPr>
        <p:spPr>
          <a:xfrm>
            <a:off x="6464808" y="3456432"/>
            <a:ext cx="0" cy="201168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32186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60920" y="3218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获叱咤乐坛男歌手金奖（六度封王）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0" y="3749040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2" name="Shape 50"/>
          <p:cNvSpPr/>
          <p:nvPr/>
        </p:nvSpPr>
        <p:spPr>
          <a:xfrm>
            <a:off x="6464808" y="3895344"/>
            <a:ext cx="0" cy="201168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36576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360920" y="3657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《陀飞轮》获多项金曲奖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00800" y="4187952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6" name="Shape 54"/>
          <p:cNvSpPr/>
          <p:nvPr/>
        </p:nvSpPr>
        <p:spPr>
          <a:xfrm>
            <a:off x="6464808" y="4334256"/>
            <a:ext cx="0" cy="201168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0" y="4096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360920" y="40965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《四季》专辑再创高峰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0" y="4626864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0" name="Text 58"/>
          <p:cNvSpPr/>
          <p:nvPr/>
        </p:nvSpPr>
        <p:spPr>
          <a:xfrm>
            <a:off x="6675120" y="45354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360920" y="4535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《Fear and Dreams》世界巡回演唱会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3" name="Text 61"/>
          <p:cNvSpPr/>
          <p:nvPr/>
        </p:nvSpPr>
        <p:spPr>
          <a:xfrm>
            <a:off x="11091672" y="6355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ICONIC WORKS &amp; LEGACY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经典作品与传奇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01752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72768"/>
            <a:ext cx="3657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《My Happy Age》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粤语经典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4630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572768"/>
            <a:ext cx="3657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《打得火热》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103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突破之作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572768"/>
            <a:ext cx="3657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《Special Thanks To...》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实验先锋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1089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218688"/>
            <a:ext cx="3657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《Black, White &amp; Colour》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749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封神之年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31089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3218688"/>
            <a:ext cx="3657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《U87》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3749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51960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传世经典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31089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218688"/>
            <a:ext cx="3657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《认了吧》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3749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95160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情感巅峰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 SONGS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1810512"/>
            <a:ext cx="1828800" cy="0"/>
          </a:xfrm>
          <a:prstGeom prst="line">
            <a:avLst/>
          </a:prstGeom>
          <a:noFill/>
          <a:ln w="10160">
            <a:solidFill>
              <a:srgbClr val="D4A84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37376" y="2020824"/>
            <a:ext cx="109728" cy="109728"/>
          </a:xfrm>
          <a:prstGeom prst="diamond">
            <a:avLst/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1965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《十年》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21040" y="1965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华语情歌的代名词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37376" y="2340864"/>
            <a:ext cx="109728" cy="109728"/>
          </a:xfrm>
          <a:prstGeom prst="diamond">
            <a:avLst/>
          </a:prstGeom>
          <a:solidFill>
            <a:srgbClr val="D4A843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《K歌之王》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21040" y="2286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KTV 必点曲目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37376" y="2660904"/>
            <a:ext cx="109728" cy="109728"/>
          </a:xfrm>
          <a:prstGeom prst="diamond">
            <a:avLst/>
          </a:prstGeom>
          <a:solidFill>
            <a:srgbClr val="D4A843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《富士山下》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321040" y="2606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粤语经典的巅峰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37376" y="2980944"/>
            <a:ext cx="109728" cy="109728"/>
          </a:xfrm>
          <a:prstGeom prst="diamond">
            <a:avLst/>
          </a:prstGeom>
          <a:solidFill>
            <a:srgbClr val="D4A843"/>
          </a:solidFill>
          <a:ln/>
        </p:spPr>
      </p:sp>
      <p:sp>
        <p:nvSpPr>
          <p:cNvPr id="48" name="Text 46"/>
          <p:cNvSpPr/>
          <p:nvPr/>
        </p:nvSpPr>
        <p:spPr>
          <a:xfrm>
            <a:off x="6675120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《浮夸》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321040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极致的情感爆发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37376" y="3300984"/>
            <a:ext cx="109728" cy="109728"/>
          </a:xfrm>
          <a:prstGeom prst="diamond">
            <a:avLst/>
          </a:prstGeom>
          <a:solidFill>
            <a:srgbClr val="D4A843"/>
          </a:solidFill>
          <a:ln/>
        </p:spPr>
      </p:sp>
      <p:sp>
        <p:nvSpPr>
          <p:cNvPr id="51" name="Text 49"/>
          <p:cNvSpPr/>
          <p:nvPr/>
        </p:nvSpPr>
        <p:spPr>
          <a:xfrm>
            <a:off x="667512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《好久不见》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32104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重逢的万千感慨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37376" y="3621024"/>
            <a:ext cx="109728" cy="109728"/>
          </a:xfrm>
          <a:prstGeom prst="diamond">
            <a:avLst/>
          </a:prstGeom>
          <a:solidFill>
            <a:srgbClr val="D4A843"/>
          </a:solidFill>
          <a:ln/>
        </p:spPr>
      </p:sp>
      <p:sp>
        <p:nvSpPr>
          <p:cNvPr id="54" name="Text 52"/>
          <p:cNvSpPr/>
          <p:nvPr/>
        </p:nvSpPr>
        <p:spPr>
          <a:xfrm>
            <a:off x="667512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《陀飞轮》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32104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对时间的深刻思考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37376" y="3941064"/>
            <a:ext cx="109728" cy="109728"/>
          </a:xfrm>
          <a:prstGeom prst="diamond">
            <a:avLst/>
          </a:prstGeom>
          <a:solidFill>
            <a:srgbClr val="D4A843"/>
          </a:solidFill>
          <a:ln/>
        </p:spPr>
      </p:sp>
      <p:sp>
        <p:nvSpPr>
          <p:cNvPr id="57" name="Text 55"/>
          <p:cNvSpPr/>
          <p:nvPr/>
        </p:nvSpPr>
        <p:spPr>
          <a:xfrm>
            <a:off x="6675120" y="3886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《不要说话》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32104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无声胜有声的告白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37376" y="4261104"/>
            <a:ext cx="109728" cy="109728"/>
          </a:xfrm>
          <a:prstGeom prst="diamond">
            <a:avLst/>
          </a:prstGeom>
          <a:solidFill>
            <a:srgbClr val="D4A843"/>
          </a:solidFill>
          <a:ln/>
        </p:spPr>
      </p:sp>
      <p:sp>
        <p:nvSpPr>
          <p:cNvPr id="60" name="Text 58"/>
          <p:cNvSpPr/>
          <p:nvPr/>
        </p:nvSpPr>
        <p:spPr>
          <a:xfrm>
            <a:off x="6675120" y="4206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《淘汰》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321040" y="4206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周杰伦词曲的经典之作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40080" y="5120640"/>
            <a:ext cx="10908792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5303520"/>
            <a:ext cx="27271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3600" dirty="0"/>
          </a:p>
        </p:txBody>
      </p:sp>
      <p:sp>
        <p:nvSpPr>
          <p:cNvPr id="64" name="Text 62"/>
          <p:cNvSpPr/>
          <p:nvPr/>
        </p:nvSpPr>
        <p:spPr>
          <a:xfrm>
            <a:off x="640080" y="5833872"/>
            <a:ext cx="27271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音乐生涯（年）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367278" y="5349240"/>
            <a:ext cx="0" cy="64008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67278" y="5303520"/>
            <a:ext cx="27271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60+</a:t>
            </a:r>
            <a:endParaRPr lang="en-US" sz="3600" dirty="0"/>
          </a:p>
        </p:txBody>
      </p:sp>
      <p:sp>
        <p:nvSpPr>
          <p:cNvPr id="67" name="Text 65"/>
          <p:cNvSpPr/>
          <p:nvPr/>
        </p:nvSpPr>
        <p:spPr>
          <a:xfrm>
            <a:off x="3367278" y="5833872"/>
            <a:ext cx="27271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发行专辑（张）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094476" y="5349240"/>
            <a:ext cx="0" cy="64008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94476" y="5303520"/>
            <a:ext cx="27271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3600" dirty="0"/>
          </a:p>
        </p:txBody>
      </p:sp>
      <p:sp>
        <p:nvSpPr>
          <p:cNvPr id="70" name="Text 68"/>
          <p:cNvSpPr/>
          <p:nvPr/>
        </p:nvSpPr>
        <p:spPr>
          <a:xfrm>
            <a:off x="6094476" y="5833872"/>
            <a:ext cx="27271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经典歌曲（首）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821674" y="5349240"/>
            <a:ext cx="0" cy="64008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21674" y="5303520"/>
            <a:ext cx="27271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3600" dirty="0"/>
          </a:p>
        </p:txBody>
      </p:sp>
      <p:sp>
        <p:nvSpPr>
          <p:cNvPr id="73" name="Text 71"/>
          <p:cNvSpPr/>
          <p:nvPr/>
        </p:nvSpPr>
        <p:spPr>
          <a:xfrm>
            <a:off x="8821674" y="5833872"/>
            <a:ext cx="27271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场演唱会（场）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5" name="Text 73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"若无其事，原来是最好的报复。"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1091672" y="6355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陈奕迅 Eason Chan</dc:title>
  <dc:subject>PptxGenJS Presentation</dc:subject>
  <dc:creator>CodeAgent</dc:creator>
  <cp:lastModifiedBy>CodeAgent</cp:lastModifiedBy>
  <cp:revision>1</cp:revision>
  <dcterms:created xsi:type="dcterms:W3CDTF">2026-06-09T12:17:32Z</dcterms:created>
  <dcterms:modified xsi:type="dcterms:W3CDTF">2026-06-09T12:17:32Z</dcterms:modified>
</cp:coreProperties>
</file>