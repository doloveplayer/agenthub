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5B7B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 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7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如果那两个字没有颤抖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200400" cy="18288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陈小霞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收录专辑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《黑白灰》(2003)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抒情 · 怀旧 · 伤感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914400"/>
            <a:ext cx="5760720" cy="3474720"/>
          </a:xfrm>
          <a:prstGeom prst="rect">
            <a:avLst>
              <a:gd name="adj" fmla="val 2632"/>
            </a:avLst>
          </a:prstGeom>
          <a:solidFill>
            <a:srgbClr val="1E324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2801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8FA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"十年之后，我们是朋友，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8FA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还可以问候，只是那种温柔，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8FAB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再也找不到拥抱的理由。"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陈奕迅 Eason Chan · 2003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 夸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Exaggerated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54864" cy="2560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黄伟文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C.Y. Kong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收录专辑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《U87》(2005)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戏剧 · 宣泄 · 摇滚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731520"/>
            <a:ext cx="5303520" cy="4114800"/>
          </a:xfrm>
          <a:prstGeom prst="rect">
            <a:avLst>
              <a:gd name="adj" fmla="val 1778"/>
            </a:avLst>
          </a:prstGeom>
          <a:solidFill>
            <a:srgbClr val="1A0A0A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00584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700" i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"你当我是浮夸吧，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i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夸张只因我很怕，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i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似木头，似石头的话，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i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得到注意吗？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i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其实怕被忘记，</a:t>
            </a:r>
            <a:endParaRPr lang="en-US" sz="17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700" i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至放大来演吧。"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陈奕迅 Eason Chan · 2005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8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D4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车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7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难离难舍想抱紧些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3200400" cy="18288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黄伟文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743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柳重言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收录专辑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《Shall We Dance? Shall We Talk!》(2001)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温情 · 亲情 · 治愈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731520"/>
            <a:ext cx="5303520" cy="4114800"/>
          </a:xfrm>
          <a:prstGeom prst="rect">
            <a:avLst>
              <a:gd name="adj" fmla="val 2222"/>
            </a:avLst>
          </a:prstGeom>
          <a:solidFill>
            <a:srgbClr val="FFF8F0"/>
          </a:solidFill>
          <a:ln w="15240">
            <a:solidFill>
              <a:srgbClr val="D4A7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0972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7955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"难离难舍想抱紧些，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7955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茫茫人生好像荒野，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7955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如孩儿能伏于爸爸的肩膊，</a:t>
            </a:r>
            <a:endParaRPr lang="en-US" sz="18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800" i="1" dirty="0">
                <a:solidFill>
                  <a:srgbClr val="7955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哪怕遥遥长路多斜。"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73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陈奕迅 Eason Chan · 2001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2026-06-09T12:02:04Z</dcterms:created>
  <dcterms:modified xsi:type="dcterms:W3CDTF">2026-06-09T12:02:04Z</dcterms:modified>
</cp:coreProperties>
</file>